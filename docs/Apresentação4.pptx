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88"/>
  </p:normalViewPr>
  <p:slideViewPr>
    <p:cSldViewPr snapToGrid="0">
      <p:cViewPr varScale="1">
        <p:scale>
          <a:sx n="100" d="100"/>
          <a:sy n="100" d="100"/>
        </p:scale>
        <p:origin x="1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131322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2551186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87523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155261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179260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363729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3063569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262398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275567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10021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366030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73F45-455E-314D-9D89-45C864DC789D}" type="datetimeFigureOut">
              <a:rPr lang="pt-CH" smtClean="0"/>
              <a:t>10/04/26</a:t>
            </a:fld>
            <a:endParaRPr lang="p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010CA-8780-CE48-BD51-F40F4ED7DA38}" type="slidenum">
              <a:rPr lang="pt-CH" smtClean="0"/>
              <a:t>‹nº›</a:t>
            </a:fld>
            <a:endParaRPr lang="pt-CH"/>
          </a:p>
        </p:txBody>
      </p:sp>
    </p:spTree>
    <p:extLst>
      <p:ext uri="{BB962C8B-B14F-4D97-AF65-F5344CB8AC3E}">
        <p14:creationId xmlns:p14="http://schemas.microsoft.com/office/powerpoint/2010/main" val="59145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81C7E-1260-8E46-6BF3-A0DB5B8D3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CH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96429E-04D3-E09A-3697-9AEC1F92C0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CH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0A7A64-F4AB-96C2-9E3F-E465F0BA0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8" y="609600"/>
            <a:ext cx="8987102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93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1270</TotalTime>
  <Words>0</Words>
  <Application>Microsoft Macintosh PowerPoint</Application>
  <PresentationFormat>Papel Carta (216 x 279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Carvalho</dc:creator>
  <cp:lastModifiedBy>Evan Carvalho</cp:lastModifiedBy>
  <cp:revision>4</cp:revision>
  <dcterms:created xsi:type="dcterms:W3CDTF">2026-04-10T14:40:23Z</dcterms:created>
  <dcterms:modified xsi:type="dcterms:W3CDTF">2026-04-11T11:51:16Z</dcterms:modified>
</cp:coreProperties>
</file>